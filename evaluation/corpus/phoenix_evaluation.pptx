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Phoenix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1500000"/>
            <a:ext cx="8000000" cy="3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External modifications require approval.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