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Phoenix AI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Qdrant</a:t>
            </a:r>
          </a:p>
          <a:p>
            <a:r>
              <a:t>qwen3:4b-instruct</a:t>
            </a:r>
          </a:p>
          <a:p>
            <a:r>
              <a:t>Hybrid retrieval: Dense + BM25 + RRF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Read-only retrieval is safe.</a:t>
            </a:r>
          </a:p>
          <a:p>
            <a:r>
              <a:t>External modifications require approval.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